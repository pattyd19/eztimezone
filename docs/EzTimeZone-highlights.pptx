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EzTimeZone — single-slide summary. Live at eztimezone.netlify.app, source at github.com/pattyD19/eztimezone under MIT. 234 tests, 3,199 lines of production code, 1,383 of tests, 78 kB gzipped, two runtime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doran/Documents/Claude/EzTimeZone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932688" cy="9326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27632" y="31089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E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EzTimeZone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1645920" y="8503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five time zones on one shared, scrollable timeline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475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7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v0.4.0  ·  MIT  ·  installable, works offline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444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6E7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0352" y="1824228"/>
            <a:ext cx="123444" cy="123444"/>
          </a:xfrm>
          <a:prstGeom prst="ellipse">
            <a:avLst/>
          </a:prstGeom>
          <a:solidFill>
            <a:srgbClr val="EE92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74650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instant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7510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any strip; all five move together, each on its own hour grid.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" y="2336292"/>
            <a:ext cx="123444" cy="123444"/>
          </a:xfrm>
          <a:prstGeom prst="ellipse">
            <a:avLst/>
          </a:prstGeom>
          <a:solidFill>
            <a:srgbClr val="74CF9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2585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meeting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48716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ribbon marks every span where all zones are inside working hours.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" y="2848356"/>
            <a:ext cx="123444" cy="123444"/>
          </a:xfrm>
          <a:prstGeom prst="ellipse">
            <a:avLst/>
          </a:prstGeom>
          <a:solidFill>
            <a:srgbClr val="EF909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27706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Daylight-saving aware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29992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a fortnight ahead when a zone shifts, and how your gap changes.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0352" y="3360420"/>
            <a:ext cx="123444" cy="123444"/>
          </a:xfrm>
          <a:prstGeom prst="ellipse">
            <a:avLst/>
          </a:prstGeom>
          <a:solidFill>
            <a:srgbClr val="7CC4D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328269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Yours, offline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5112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to the home screen and runs with no network. Links share a moment.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20840" y="1444752"/>
            <a:ext cx="4937760" cy="2304288"/>
          </a:xfrm>
          <a:prstGeom prst="roundRect">
            <a:avLst>
              <a:gd name="adj" fmla="val 3175"/>
            </a:avLst>
          </a:prstGeom>
          <a:solidFill>
            <a:srgbClr val="1E2430"/>
          </a:solidFill>
          <a:ln w="12700">
            <a:solidFill>
              <a:srgbClr val="2E364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67728" y="1591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4C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MEET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window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522208" y="1865376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74CF9E">
              <a:alpha val="45000"/>
            </a:srgbClr>
          </a:solidFill>
          <a:ln w="12700">
            <a:solidFill>
              <a:srgbClr val="74CF9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22208" y="1865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E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22448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818120" y="2249424"/>
            <a:ext cx="3611880" cy="182880"/>
          </a:xfrm>
          <a:prstGeom prst="roundRect">
            <a:avLst>
              <a:gd name="adj" fmla="val 15000"/>
            </a:avLst>
          </a:prstGeom>
          <a:solidFill>
            <a:srgbClr val="2B3240"/>
          </a:solidFill>
          <a:ln/>
        </p:spPr>
      </p:sp>
      <p:sp>
        <p:nvSpPr>
          <p:cNvPr id="26" name="Shape 23"/>
          <p:cNvSpPr/>
          <p:nvPr/>
        </p:nvSpPr>
        <p:spPr>
          <a:xfrm>
            <a:off x="8001000" y="2249424"/>
            <a:ext cx="1143000" cy="182880"/>
          </a:xfrm>
          <a:prstGeom prst="rect">
            <a:avLst/>
          </a:prstGeom>
          <a:solidFill>
            <a:srgbClr val="49536B"/>
          </a:solidFill>
          <a:ln/>
        </p:spPr>
      </p:sp>
      <p:sp>
        <p:nvSpPr>
          <p:cNvPr id="27" name="Shape 24"/>
          <p:cNvSpPr/>
          <p:nvPr/>
        </p:nvSpPr>
        <p:spPr>
          <a:xfrm>
            <a:off x="8366760" y="2249424"/>
            <a:ext cx="566928" cy="182880"/>
          </a:xfrm>
          <a:prstGeom prst="rect">
            <a:avLst/>
          </a:prstGeom>
          <a:solidFill>
            <a:srgbClr val="EE9245">
              <a:alpha val="42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949440" y="25740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18120" y="2578608"/>
            <a:ext cx="3611880" cy="182880"/>
          </a:xfrm>
          <a:prstGeom prst="roundRect">
            <a:avLst>
              <a:gd name="adj" fmla="val 15000"/>
            </a:avLst>
          </a:prstGeom>
          <a:solidFill>
            <a:srgbClr val="2B3240"/>
          </a:solidFill>
          <a:ln/>
        </p:spPr>
      </p:sp>
      <p:sp>
        <p:nvSpPr>
          <p:cNvPr id="30" name="Shape 27"/>
          <p:cNvSpPr/>
          <p:nvPr/>
        </p:nvSpPr>
        <p:spPr>
          <a:xfrm>
            <a:off x="8778240" y="2578608"/>
            <a:ext cx="1143000" cy="182880"/>
          </a:xfrm>
          <a:prstGeom prst="rect">
            <a:avLst/>
          </a:prstGeom>
          <a:solidFill>
            <a:srgbClr val="49536B"/>
          </a:solidFill>
          <a:ln/>
        </p:spPr>
      </p:sp>
      <p:sp>
        <p:nvSpPr>
          <p:cNvPr id="31" name="Shape 28"/>
          <p:cNvSpPr/>
          <p:nvPr/>
        </p:nvSpPr>
        <p:spPr>
          <a:xfrm>
            <a:off x="9144000" y="2578608"/>
            <a:ext cx="566928" cy="182880"/>
          </a:xfrm>
          <a:prstGeom prst="rect">
            <a:avLst/>
          </a:prstGeom>
          <a:solidFill>
            <a:srgbClr val="EE9245">
              <a:alpha val="42000"/>
            </a:srgb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949440" y="29032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818120" y="2907792"/>
            <a:ext cx="3611880" cy="182880"/>
          </a:xfrm>
          <a:prstGeom prst="roundRect">
            <a:avLst>
              <a:gd name="adj" fmla="val 15000"/>
            </a:avLst>
          </a:prstGeom>
          <a:solidFill>
            <a:srgbClr val="2B3240"/>
          </a:solidFill>
          <a:ln/>
        </p:spPr>
      </p:sp>
      <p:sp>
        <p:nvSpPr>
          <p:cNvPr id="34" name="Shape 31"/>
          <p:cNvSpPr/>
          <p:nvPr/>
        </p:nvSpPr>
        <p:spPr>
          <a:xfrm>
            <a:off x="9555480" y="2907792"/>
            <a:ext cx="1143000" cy="182880"/>
          </a:xfrm>
          <a:prstGeom prst="rect">
            <a:avLst/>
          </a:prstGeom>
          <a:solidFill>
            <a:srgbClr val="49536B"/>
          </a:solidFill>
          <a:ln/>
        </p:spPr>
      </p:sp>
      <p:sp>
        <p:nvSpPr>
          <p:cNvPr id="35" name="Shape 32"/>
          <p:cNvSpPr/>
          <p:nvPr/>
        </p:nvSpPr>
        <p:spPr>
          <a:xfrm>
            <a:off x="9921240" y="2907792"/>
            <a:ext cx="566928" cy="182880"/>
          </a:xfrm>
          <a:prstGeom prst="rect">
            <a:avLst/>
          </a:prstGeom>
          <a:solidFill>
            <a:srgbClr val="EE9245">
              <a:alpha val="42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9034272" y="1819656"/>
            <a:ext cx="25603" cy="1325880"/>
          </a:xfrm>
          <a:prstGeom prst="rect">
            <a:avLst/>
          </a:prstGeom>
          <a:solidFill>
            <a:srgbClr val="EE9245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967728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reads one instant. The playhead is the moment you picked.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02920" y="4005072"/>
            <a:ext cx="2084832" cy="932688"/>
          </a:xfrm>
          <a:prstGeom prst="roundRect">
            <a:avLst>
              <a:gd name="adj" fmla="val 6863"/>
            </a:avLst>
          </a:prstGeom>
          <a:solidFill>
            <a:srgbClr val="1E2430"/>
          </a:solidFill>
          <a:ln w="12700">
            <a:solidFill>
              <a:srgbClr val="2E364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920" y="410565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C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234</a:t>
            </a:r>
            <a:endParaRPr lang="en-US" sz="250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4553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770632" y="4005072"/>
            <a:ext cx="2084832" cy="932688"/>
          </a:xfrm>
          <a:prstGeom prst="roundRect">
            <a:avLst>
              <a:gd name="adj" fmla="val 6863"/>
            </a:avLst>
          </a:prstGeom>
          <a:solidFill>
            <a:srgbClr val="1E2430"/>
          </a:solidFill>
          <a:ln w="12700">
            <a:solidFill>
              <a:srgbClr val="2E364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770632" y="410565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3,199</a:t>
            </a:r>
            <a:endParaRPr lang="en-US" sz="2500" dirty="0"/>
          </a:p>
        </p:txBody>
      </p:sp>
      <p:sp>
        <p:nvSpPr>
          <p:cNvPr id="43" name="Text 40"/>
          <p:cNvSpPr txBox="1"/>
          <p:nvPr/>
        </p:nvSpPr>
        <p:spPr>
          <a:xfrm>
            <a:off x="2770632" y="4553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038344" y="4005072"/>
            <a:ext cx="2084832" cy="932688"/>
          </a:xfrm>
          <a:prstGeom prst="roundRect">
            <a:avLst>
              <a:gd name="adj" fmla="val 6863"/>
            </a:avLst>
          </a:prstGeom>
          <a:solidFill>
            <a:srgbClr val="1E2430"/>
          </a:solidFill>
          <a:ln w="12700">
            <a:solidFill>
              <a:srgbClr val="2E364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038344" y="410565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1,383</a:t>
            </a:r>
            <a:endParaRPr lang="en-US" sz="2500" dirty="0"/>
          </a:p>
        </p:txBody>
      </p:sp>
      <p:sp>
        <p:nvSpPr>
          <p:cNvPr id="46" name="Text 43"/>
          <p:cNvSpPr txBox="1"/>
          <p:nvPr/>
        </p:nvSpPr>
        <p:spPr>
          <a:xfrm>
            <a:off x="5038344" y="4553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tests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306056" y="4005072"/>
            <a:ext cx="2084832" cy="932688"/>
          </a:xfrm>
          <a:prstGeom prst="roundRect">
            <a:avLst>
              <a:gd name="adj" fmla="val 6863"/>
            </a:avLst>
          </a:prstGeom>
          <a:solidFill>
            <a:srgbClr val="1E2430"/>
          </a:solidFill>
          <a:ln w="12700">
            <a:solidFill>
              <a:srgbClr val="2E364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306056" y="410565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4C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500" dirty="0"/>
          </a:p>
        </p:txBody>
      </p:sp>
      <p:sp>
        <p:nvSpPr>
          <p:cNvPr id="49" name="Text 46"/>
          <p:cNvSpPr txBox="1"/>
          <p:nvPr/>
        </p:nvSpPr>
        <p:spPr>
          <a:xfrm>
            <a:off x="7306056" y="4553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time-engine coverage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573768" y="4005072"/>
            <a:ext cx="2084832" cy="932688"/>
          </a:xfrm>
          <a:prstGeom prst="roundRect">
            <a:avLst>
              <a:gd name="adj" fmla="val 6863"/>
            </a:avLst>
          </a:prstGeom>
          <a:solidFill>
            <a:srgbClr val="1E2430"/>
          </a:solidFill>
          <a:ln w="12700">
            <a:solidFill>
              <a:srgbClr val="2E364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573768" y="410565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E9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kB</a:t>
            </a:r>
            <a:endParaRPr lang="en-US" sz="2500" dirty="0"/>
          </a:p>
        </p:txBody>
      </p:sp>
      <p:sp>
        <p:nvSpPr>
          <p:cNvPr id="52" name="Text 49"/>
          <p:cNvSpPr txBox="1"/>
          <p:nvPr/>
        </p:nvSpPr>
        <p:spPr>
          <a:xfrm>
            <a:off x="9573768" y="45537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gzipped, 2 deps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502920" y="5138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6E7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502920" y="5413248"/>
            <a:ext cx="844906" cy="31089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 w="12700">
            <a:solidFill>
              <a:srgbClr val="394254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02920" y="5413248"/>
            <a:ext cx="844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1466698" y="541324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 w="12700">
            <a:solidFill>
              <a:srgbClr val="394254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466698" y="5413248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2582266" y="5413248"/>
            <a:ext cx="693115" cy="31089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 w="12700">
            <a:solidFill>
              <a:srgbClr val="394254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582266" y="5413248"/>
            <a:ext cx="6931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3394253" y="5413248"/>
            <a:ext cx="693115" cy="31089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 w="12700">
            <a:solidFill>
              <a:srgbClr val="394254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394253" y="5413248"/>
            <a:ext cx="6931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4206240" y="5413248"/>
            <a:ext cx="2211019" cy="31089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 w="12700">
            <a:solidFill>
              <a:srgbClr val="394254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206240" y="5413248"/>
            <a:ext cx="22110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API — no date library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6536131" y="5413248"/>
            <a:ext cx="1300277" cy="31089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 w="12700">
            <a:solidFill>
              <a:srgbClr val="394254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536131" y="5413248"/>
            <a:ext cx="13002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7955280" y="5413248"/>
            <a:ext cx="1300277" cy="31089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 w="12700">
            <a:solidFill>
              <a:srgbClr val="394254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955280" y="5413248"/>
            <a:ext cx="13002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9374429" y="541324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 w="12700">
            <a:solidFill>
              <a:srgbClr val="394254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374429" y="5413248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CD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502920" y="60899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92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eztimezone.netlify.app</a:t>
            </a:r>
            <a:endParaRPr lang="en-US" sz="1900" dirty="0"/>
          </a:p>
        </p:txBody>
      </p:sp>
      <p:sp>
        <p:nvSpPr>
          <p:cNvPr id="71" name="Text 68"/>
          <p:cNvSpPr txBox="1"/>
          <p:nvPr/>
        </p:nvSpPr>
        <p:spPr>
          <a:xfrm>
            <a:off x="6400800" y="618134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8A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github.com/pattyD19/eztimezone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2026-09-12T19:18:14Z</dcterms:created>
  <dcterms:modified xsi:type="dcterms:W3CDTF">2026-09-12T19:18:14Z</dcterms:modified>
</cp:coreProperties>
</file>